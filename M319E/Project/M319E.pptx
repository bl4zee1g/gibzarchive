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b8699d0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b8699d0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8699d03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8699d03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8699d03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8699d0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b8699d03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b8699d03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b8699d03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b8699d03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8699d03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b8699d03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8699d03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8699d03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gif"/><Relationship Id="rId4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4350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text adventure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476175" y="119900"/>
            <a:ext cx="8191647" cy="59097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Mamdanistan breakout</a:t>
            </a: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8950" y="1361462"/>
            <a:ext cx="2338874" cy="2338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96562" y="1015674"/>
            <a:ext cx="3335225" cy="333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17920314c844445628f00ce99ba51bbe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263" y="3229856"/>
            <a:ext cx="3247550" cy="2435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Player wakes up in NYC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Gotta find way home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Some choices lead to player not getting home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&gt; being nice gets rewarded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Live Demo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5050" y="30480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Highlight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</a:rPr>
              <a:t>Your list </a:t>
            </a: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</a:rPr>
              <a:t>(or other data structure) </a:t>
            </a: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</a:rPr>
              <a:t>storing scenes, choices, or items.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</a:rPr>
              <a:t>One conditional that decides an outcome.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</a:rPr>
              <a:t>The loop driving your repeated scene structure.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</a:rPr>
              <a:t>One call to one of your functions.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Struggle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Understanding tables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Version 2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charmbracelet/bubbletea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Only gum: better css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Learnings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Lua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Tables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IO operations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o</a:t>
            </a:r>
            <a:r>
              <a:rPr lang="en-GB"/>
              <a:t>s.execute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Gum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Styled Terminal output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Yoouuu ᜊ( ' ⩊ '𖦹)ᜊ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Questions ??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2" name="Google Shape;102;p20" title="anime-project-mirai-dx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9800" y="1123950"/>
            <a:ext cx="47625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 title="cat-massage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1619250"/>
            <a:ext cx="340042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